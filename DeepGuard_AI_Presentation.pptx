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5" r:id="rId4"/>
    <p:sldId id="256" r:id="rId6"/>
    <p:sldId id="257" r:id="rId7"/>
    <p:sldId id="259" r:id="rId8"/>
    <p:sldId id="258" r:id="rId9"/>
    <p:sldId id="261" r:id="rId10"/>
    <p:sldId id="263" r:id="rId11"/>
    <p:sldId id="262" r:id="rId12"/>
    <p:sldId id="260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21B"/>
    <a:srgbClr val="FCA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01168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“Detect. Verify. Decide.”</a:t>
            </a:r>
            <a:endParaRPr lang="en-US" sz="2800" dirty="0"/>
          </a:p>
        </p:txBody>
      </p:sp>
      <p:sp>
        <p:nvSpPr>
          <p:cNvPr id="36" name="Text Box 35"/>
          <p:cNvSpPr txBox="1"/>
          <p:nvPr/>
        </p:nvSpPr>
        <p:spPr>
          <a:xfrm>
            <a:off x="731520" y="4851400"/>
            <a:ext cx="173863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</a:t>
            </a:r>
            <a:r>
              <a:rPr lang="en-US" altLang="en-GB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Ctrl Alt Elite</a:t>
            </a:r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]</a:t>
            </a:r>
            <a:endParaRPr lang="en-US" b="1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altLang="en-US"/>
          </a:p>
        </p:txBody>
      </p:sp>
      <p:sp>
        <p:nvSpPr>
          <p:cNvPr id="96" name="Google Shape;96;p13"/>
          <p:cNvSpPr txBox="1"/>
          <p:nvPr/>
        </p:nvSpPr>
        <p:spPr>
          <a:xfrm>
            <a:off x="2743200" y="4874895"/>
            <a:ext cx="5721985" cy="179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</a:t>
            </a: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PSN012] AI-Driven Deepfake &amp; Synthetic Media Detector: Develop a lightweight model that flags </a:t>
            </a:r>
            <a:endParaRPr lang="en-US" altLang="en-GB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manipulated images, video, or audio in real time, helping platforms and users identify synthetic or </a:t>
            </a:r>
            <a:endParaRPr lang="en-US" altLang="en-GB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altered media before it spreads.</a:t>
            </a:r>
            <a:r>
              <a:rPr lang="en-US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]</a:t>
            </a:r>
            <a:endParaRPr lang="en-US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43" name="Shape 0"/>
          <p:cNvSpPr/>
          <p:nvPr/>
        </p:nvSpPr>
        <p:spPr>
          <a:xfrm>
            <a:off x="4373880" y="11811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45" name="Shape 0"/>
          <p:cNvSpPr/>
          <p:nvPr/>
        </p:nvSpPr>
        <p:spPr>
          <a:xfrm>
            <a:off x="7899400" y="2413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46" name="Text Box 45"/>
          <p:cNvSpPr txBox="1"/>
          <p:nvPr/>
        </p:nvSpPr>
        <p:spPr>
          <a:xfrm>
            <a:off x="8412480" y="4814570"/>
            <a:ext cx="3779520" cy="198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N SIVARAMAN</a:t>
            </a:r>
            <a:b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TM BHATRATHWAJ GUHAN</a:t>
            </a:r>
            <a:endParaRPr lang="en-US" b="1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M ABISHRI</a:t>
            </a:r>
            <a:endParaRPr lang="en-US" b="1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T RAKSHITHA </a:t>
            </a:r>
            <a:b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lang="en-US" b="1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377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AI-generated images are getting harder to tell apart from real ones.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809390"/>
            <a:ext cx="336499" cy="33649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6868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Can’t verify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cannot easily tell whether an image is AI-generated or real.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3809390"/>
            <a:ext cx="336499" cy="33649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61772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Slow and hard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verification is slow and difficult for everyday users.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4672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6676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3809390"/>
            <a:ext cx="336499" cy="336499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6676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in the workflow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836676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detection methods aren’t always available right in the user’s browsing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TWO FACES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costs today,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 build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IT COSTS USERS TODAY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00400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Manually investigate suspicious images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Switch between websites/tools to verify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Spend significant time checking authenticity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trusting misleading or synthetic content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50292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46888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63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749040"/>
            <a:ext cx="44805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Detects AI-generated/manipulated images in the browser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an image or analyze while browsing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Returns AI probability + clear REAL / AI-GENERATED result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Fast, accessible, built for everyday users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works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853" y="2662733"/>
            <a:ext cx="252374" cy="25237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4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423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34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53" y="266273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880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09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20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60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853" y="2662733"/>
            <a:ext cx="252374" cy="25237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166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Detectra ONNX Model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995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06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853" y="2662733"/>
            <a:ext cx="252374" cy="25237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52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281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692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332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853" y="2662733"/>
            <a:ext cx="252374" cy="25237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38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Verdict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54864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329684"/>
            <a:ext cx="210312" cy="21031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7160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Detectra v3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 Transformer-based, pretrained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ONNX format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384 × 384 image input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29768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52628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724" y="4329684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12064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452628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Known REAL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AI-generated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 evaluation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External unseen dataset evaluation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804672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827532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764" y="4329684"/>
            <a:ext cx="210312" cy="21031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886968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TOOLS &amp; FRAMEWORKS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827532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· PyTorch / torchvision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ONNX Runtime · ONNX Runtime Web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JavaScript · Chrome Extension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HTML/CSS · Google Colab · Hugging Face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steps,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verdict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THE USER DOES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3086557"/>
            <a:ext cx="273406" cy="27340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2918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or click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an image, or click one while browsing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13632" y="3429000"/>
            <a:ext cx="41148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637" y="3086557"/>
            <a:ext cx="273406" cy="27340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47091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analyzes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47091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 analyzes the image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799832" y="3429000"/>
            <a:ext cx="41148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210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5953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37" y="3086557"/>
            <a:ext cx="273406" cy="27340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0642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85953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the result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5953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user receives the verdict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THE USER GETS BACK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3152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5485028"/>
            <a:ext cx="231343" cy="231343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37160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or AI-GENERATED / MANIPULATED verdict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338328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56616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948" y="5485028"/>
            <a:ext cx="231343" cy="231343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420624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 percentage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621792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40080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588" y="5485028"/>
            <a:ext cx="231343" cy="231343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04088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Probability visualization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905256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923544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1228" y="5485028"/>
            <a:ext cx="231343" cy="231343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87552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Reminder: an AI-assisted prediction, not absolute proof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will do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by 1 Oct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65176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52344"/>
            <a:ext cx="210312" cy="210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4688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pretrained ONNX detector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2468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265176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2752344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24688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Browser-based inference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3429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7124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417320" y="342900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Chrome Extension integration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126480" y="3429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55080" y="361188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3712464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95160" y="342900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 upload detection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4864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77240" y="457200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4672584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17320" y="43891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Click-to-analyze image workflow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12648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55080" y="457200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4672584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995160" y="43891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/ AI-GENERATED result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548640" y="53492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77240" y="553212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5632704"/>
            <a:ext cx="210312" cy="21031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1732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 display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6126480" y="53492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355080" y="553212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5632704"/>
            <a:ext cx="210312" cy="21031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99516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end-to-end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BASELINE &amp; TARGET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 result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743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TODAY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0896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 min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97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verification and research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0" y="3657600"/>
            <a:ext cx="8229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46888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 — WITH DEEPGUARD AI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0896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min</a:t>
            </a:r>
            <a:endParaRPr lang="en-US" sz="6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297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end-to-end verification workflow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39496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10× faster </a:t>
            </a:r>
            <a:r>
              <a:rPr lang="en-US" sz="1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 workflow (target)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Workflow target — not the AI model’s inference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we will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prove it works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0604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INDEPENDENT EVALUATION ON A SMALL 62-IMAGE TEST SET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9718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88.71%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233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· 55 / 62 correct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429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 AI-generated + 33 REAL images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95.83%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2608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79.31%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86.79%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23774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973" y="2799893"/>
            <a:ext cx="252374" cy="25237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863840" y="34290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REPORTED BY MODEL AUTHOR — NOT OUR INDEPENDENT RESULT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411480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0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[Add the benchmark figure from the Detectra v3 model card here]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assists.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Humans decide.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916022"/>
            <a:ext cx="294437" cy="29443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 provides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365760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Detection verdict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 confidence indicator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0" y="3749040"/>
            <a:ext cx="8229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0" y="2468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5160" y="2743200"/>
            <a:ext cx="640080" cy="6400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982" y="2916022"/>
            <a:ext cx="294437" cy="29443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81812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user decides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374904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final decision always remains with the user.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7240" y="5687568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5823356"/>
            <a:ext cx="231343" cy="23134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508760" y="562356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“AI detection is probabilistic and should not be treated as definitive proof of authenticity.”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Google Shape;336;p22" descr="hot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 lang="en-US" sz="13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lang="en-US" sz="1100" b="0" i="0">
              <a:solidFill>
                <a:srgbClr val="75706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 lang="en-US" sz="11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10 / 10</a:t>
            </a:r>
            <a:endParaRPr lang="en-US" sz="900" b="0" i="0">
              <a:solidFill>
                <a:srgbClr val="757068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711200" y="1075055"/>
            <a:ext cx="2768600" cy="52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b="1">
                <a:solidFill>
                  <a:srgbClr val="F2A21B"/>
                </a:solidFill>
                <a:latin typeface="Space Grotesk"/>
                <a:ea typeface="Space Grotesk"/>
                <a:cs typeface="Space Grotesk"/>
                <a:sym typeface="Space Grotesk"/>
              </a:rPr>
              <a:t>[Ctrl Alt Elite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]</a:t>
            </a:r>
            <a:r>
              <a:rPr lang="en-US" sz="95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· [</a:t>
            </a:r>
            <a:r>
              <a:rPr lang="en-US" altLang="en-GB" sz="1600" b="1">
                <a:solidFill>
                  <a:srgbClr val="F2A21B"/>
                </a:solidFill>
                <a:latin typeface="Space Grotesk"/>
                <a:ea typeface="Space Grotesk"/>
                <a:cs typeface="Space Grotesk"/>
                <a:sym typeface="Space Grotesk"/>
              </a:rPr>
              <a:t>PSN012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]</a:t>
            </a:r>
            <a:endParaRPr lang="en-US" sz="1600" b="1" i="0">
              <a:solidFill>
                <a:srgbClr val="F2B632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447022" y="2616119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lang="en-US" sz="11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you.</a:t>
            </a:r>
            <a:endParaRPr lang="en-US" sz="11000" b="0" i="1">
              <a:solidFill>
                <a:srgbClr val="FFD27A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711182" y="4790313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757068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OUR PUBLIC POST</a:t>
            </a:r>
            <a:endParaRPr lang="en-US" sz="950" b="1" i="0">
              <a:solidFill>
                <a:srgbClr val="757068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711182" y="5333866"/>
            <a:ext cx="8889777" cy="31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[Paste your LinkedIn or X post URL]</a:t>
            </a:r>
            <a:endParaRPr lang="en-US" sz="16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3344</Words>
  <Application>WPS Presentation</Application>
  <PresentationFormat>On-screen Show (16:9)</PresentationFormat>
  <Paragraphs>261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SimSun</vt:lpstr>
      <vt:lpstr>Wingdings</vt:lpstr>
      <vt:lpstr>Consolas</vt:lpstr>
      <vt:lpstr>Consolas</vt:lpstr>
      <vt:lpstr>Consolas</vt:lpstr>
      <vt:lpstr>Arial</vt:lpstr>
      <vt:lpstr>Arial</vt:lpstr>
      <vt:lpstr>Georgia</vt:lpstr>
      <vt:lpstr>Georgia</vt:lpstr>
      <vt:lpstr>Georgia</vt:lpstr>
      <vt:lpstr>Calibri</vt:lpstr>
      <vt:lpstr>Microsoft YaHei</vt:lpstr>
      <vt:lpstr>Arial Unicode MS</vt:lpstr>
      <vt:lpstr>Space Grotesk</vt:lpstr>
      <vt:lpstr>Happy Morin</vt:lpstr>
      <vt:lpstr>JetBrains Mono</vt:lpstr>
      <vt:lpstr>Instrument Serif</vt:lpstr>
      <vt:lpstr>Simplified Arabic Fixed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DeepGuard AI</dc:title>
  <dc:creator>PptxGenJS</dc:creator>
  <dc:subject>PptxGenJS Presentation</dc:subject>
  <cp:lastModifiedBy>Sivaraman</cp:lastModifiedBy>
  <cp:revision>4</cp:revision>
  <dcterms:created xsi:type="dcterms:W3CDTF">2026-09-30T09:46:00Z</dcterms:created>
  <dcterms:modified xsi:type="dcterms:W3CDTF">2026-09-30T10:26:22Z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E541A1EB1A0347CD9F86704771C05DF8_12</vt:lpwstr>
  </property>
  <property fmtid="{D5CDD505-2E9C-101B-9397-08002B2CF9AE}" pid="3" name="KSOProductBuildVer">
    <vt:lpwstr>2057-12.2.0.23206</vt:lpwstr>
  </property>
</Properties>
</file>